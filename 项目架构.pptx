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9" r:id="rId4"/>
    <p:sldId id="266" r:id="rId5"/>
    <p:sldId id="260" r:id="rId6"/>
    <p:sldId id="261" r:id="rId7"/>
    <p:sldId id="267" r:id="rId8"/>
    <p:sldId id="262" r:id="rId9"/>
    <p:sldId id="269" r:id="rId10"/>
    <p:sldId id="263" r:id="rId11"/>
    <p:sldId id="270" r:id="rId12"/>
    <p:sldId id="264" r:id="rId13"/>
    <p:sldId id="265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3" d="100"/>
          <a:sy n="93" d="100"/>
        </p:scale>
        <p:origin x="7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3DCB64-EDA2-48A3-AD3E-7EC29A8F87D3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FA100-AABA-4821-812C-FC5FE572015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53783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6FA100-AABA-4821-812C-FC5FE572015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2967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DCF692-B12A-8BF3-DEC0-05920227CD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5E0529-8D92-9752-F503-435FE47BBC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66A3D5B-F82C-EFA7-3716-70C710936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807BB69-1562-52B7-6CE0-FB676FCF5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EBE7B2-C924-1CE5-B913-62D51404D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4999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14BBD2-C6A9-120D-DEA6-8F2B63209B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2D0B554-3B66-3EA3-8F78-287E6A5E8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DFFA53-DFDC-C216-46E3-D3997597A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C050CA-A112-B9B6-48E3-6D31968F5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37EEB7E-CDFA-326E-9008-B4163259C0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3396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CA378F-43B7-4C8B-CA08-0FAA90D7E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B29816-F709-7EDA-0FCC-80B748F0BE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20186F-977F-9F46-D990-C825B45B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6A4217-4226-0372-91D1-E2E96B6F9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04D3A4-E260-F4CF-1BF6-2EB823363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59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2B24EC-104D-1B3F-DEBD-8D1DF4629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1CDEDAF-1AC9-E936-373A-E810AD4915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46DB57-DA39-E282-5CF4-DE0A0FB15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170950-162E-4263-0FF5-E9D03437C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7C95F58-C7D6-3D61-E49B-9D973F311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E8FAB5B-571D-0758-EBA1-EFB789296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2768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47E9E8-BDF1-8453-9A27-0F0B0A218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7F0E31-9F3C-549B-7DD7-EF97E1FE49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5F744C9-9D74-40B7-B8C5-0FA730EEF8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53A5239-051E-C25B-6E4B-FBCD75C5A5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F67EA00-291B-EAAC-3239-D46D36DA15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877966F-0B45-E00C-14A6-9234E48C5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A067C3-26E3-5669-8AD9-A7A2AB44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D0F088E-B83A-B739-C00C-C3FF20212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6088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27CD69-4A9B-055E-6C22-F8F207CF4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2340E4-B273-6FD7-7D55-4D2DA74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7733C12-1E38-1310-5A75-2EFF803BD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7277EC7-004A-847F-9D68-D04F64608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76501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4DF79A6-6815-FFA2-0B7B-C6A51E124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1CBA4BD-801E-0EA7-87DD-C18A319FF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E8E2F2F-2042-95BE-F9C4-B420004F9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0499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BA70CF-A1DF-ABBC-301E-A020F1DAE3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645985-D01A-C520-70F1-A5AFF91B6A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BA5615-91C0-FC3B-4E96-0DC52EFC5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022D271-1A67-6BED-2D03-A28474F50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636B665-2136-4A98-9FDD-FA08FA641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5EFA411-4053-CBC6-BC22-FDD14B93E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3695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2BF08B-EFA1-4BD9-2B63-7C490F26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C0E8174-05A1-BFD5-8C39-71A96FC09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7EFF74A-606E-D62D-587E-3F0F3B51F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1C9ED6D-85FA-2573-993F-4752D7FC9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23FD9C3-1F6F-68A9-B946-C13CC8082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AC0409-45F7-114C-F814-D781289C2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0063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3F9D39-2718-1E72-0580-AE54263A4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C004FC9-8161-FA4E-F250-A6F79F33BD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5D49AD-D217-22CD-2C5A-51B1262DA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D8BFA15-FA32-0CD4-65BF-630E68D09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385A60-5CB1-9B7D-545A-1EEF76985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9947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8395839-AE19-65E0-AC43-A57795B07A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64D18C9-4221-FF6D-31B5-50C87B0E42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E884F3-63F1-B2C5-8A4A-E00826F03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A30849-9E8A-E168-3108-9673EE9FE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5620CD-162F-C1DE-31DD-7D34232C1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57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96D509A-7132-9127-8D88-B71160A21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48AD05-5E8B-FA4C-EC75-B1296913E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9642B5B-2259-A17F-7513-5C132EB20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723F8-8379-473F-877E-B0EB885A896D}" type="datetimeFigureOut">
              <a:rPr lang="zh-CN" altLang="en-US" smtClean="0"/>
              <a:t>2026/5/24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7FFF85-20A8-D4E3-9C41-47E61C5AC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AB52B-1AD5-62F0-BD0C-FB853989C6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85648-38DF-4AA7-92AE-A066CC11D9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105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025452-7150-5D6E-1316-9D6BC5ACDD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功能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07F1855-2BEF-7970-D062-A0B813775344}"/>
              </a:ext>
            </a:extLst>
          </p:cNvPr>
          <p:cNvSpPr txBox="1"/>
          <p:nvPr/>
        </p:nvSpPr>
        <p:spPr>
          <a:xfrm>
            <a:off x="1376181" y="2441351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查询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E146C0E-6355-0C6E-7CB3-1E52A93CF45B}"/>
              </a:ext>
            </a:extLst>
          </p:cNvPr>
          <p:cNvSpPr txBox="1"/>
          <p:nvPr/>
        </p:nvSpPr>
        <p:spPr>
          <a:xfrm>
            <a:off x="1203157" y="3561347"/>
            <a:ext cx="1471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名称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剩余量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状态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保质期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所属成员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位置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EB9EEAE-204D-CDFC-5C34-56705DA08318}"/>
              </a:ext>
            </a:extLst>
          </p:cNvPr>
          <p:cNvSpPr txBox="1"/>
          <p:nvPr/>
        </p:nvSpPr>
        <p:spPr>
          <a:xfrm>
            <a:off x="4029434" y="3561347"/>
            <a:ext cx="1471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耗尽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过期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临期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补货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闲置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推荐</a:t>
            </a:r>
            <a:endParaRPr lang="en-US" altLang="zh-CN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449D12AE-3E6A-4DB0-00FF-9AB39DF017CE}"/>
              </a:ext>
            </a:extLst>
          </p:cNvPr>
          <p:cNvSpPr txBox="1"/>
          <p:nvPr/>
        </p:nvSpPr>
        <p:spPr>
          <a:xfrm>
            <a:off x="7130712" y="3561347"/>
            <a:ext cx="1471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价格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材质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品牌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平台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销量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好评</a:t>
            </a:r>
            <a:endParaRPr lang="en-US" altLang="zh-CN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19D652A-353E-8766-FB7A-B2AC7FA4713A}"/>
              </a:ext>
            </a:extLst>
          </p:cNvPr>
          <p:cNvSpPr txBox="1"/>
          <p:nvPr/>
        </p:nvSpPr>
        <p:spPr>
          <a:xfrm>
            <a:off x="9798290" y="3566503"/>
            <a:ext cx="147129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确认购买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自动补货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自动收货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自动退货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儿童购物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商家联系</a:t>
            </a:r>
            <a:endParaRPr lang="en-US" altLang="zh-CN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4A84BF0-1958-C8B5-3377-480D3125BEA9}"/>
              </a:ext>
            </a:extLst>
          </p:cNvPr>
          <p:cNvSpPr txBox="1"/>
          <p:nvPr/>
        </p:nvSpPr>
        <p:spPr>
          <a:xfrm>
            <a:off x="4173813" y="2441351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提醒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E6E2505-938B-C7BD-E49F-B44F8CECFC9F}"/>
              </a:ext>
            </a:extLst>
          </p:cNvPr>
          <p:cNvSpPr txBox="1"/>
          <p:nvPr/>
        </p:nvSpPr>
        <p:spPr>
          <a:xfrm>
            <a:off x="7220663" y="2441351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报告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4EE69C79-79F6-EE46-315B-5452E3F14FD0}"/>
              </a:ext>
            </a:extLst>
          </p:cNvPr>
          <p:cNvSpPr txBox="1"/>
          <p:nvPr/>
        </p:nvSpPr>
        <p:spPr>
          <a:xfrm>
            <a:off x="10018295" y="2441351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购买</a:t>
            </a:r>
          </a:p>
        </p:txBody>
      </p:sp>
    </p:spTree>
    <p:extLst>
      <p:ext uri="{BB962C8B-B14F-4D97-AF65-F5344CB8AC3E}">
        <p14:creationId xmlns:p14="http://schemas.microsoft.com/office/powerpoint/2010/main" val="40610197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A58BA-552D-D9D5-CDD8-16C1C8F11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High-Level Architecture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733D02-C2C3-EC92-2C0D-FFAB29C927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929" y="1463807"/>
            <a:ext cx="3256058" cy="5167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5918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06AEA-B174-A5EA-F6FE-848B11355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User-Interface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39AE3E8-ECF8-35DB-BBEF-9018D58EB04B}"/>
              </a:ext>
            </a:extLst>
          </p:cNvPr>
          <p:cNvSpPr txBox="1"/>
          <p:nvPr/>
        </p:nvSpPr>
        <p:spPr>
          <a:xfrm>
            <a:off x="1381912" y="2021305"/>
            <a:ext cx="151254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输入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文字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语音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照片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扫描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投诉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文字输入框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语音按钮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拍照按钮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扫描按钮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投诉按钮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初始化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9BA5BE6-1D72-535F-3A3D-1989295BC96E}"/>
              </a:ext>
            </a:extLst>
          </p:cNvPr>
          <p:cNvSpPr txBox="1"/>
          <p:nvPr/>
        </p:nvSpPr>
        <p:spPr>
          <a:xfrm>
            <a:off x="3816875" y="2021305"/>
            <a:ext cx="13601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输出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查询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物品表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报告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提醒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购买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文本结果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语音结果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卡片</a:t>
            </a:r>
            <a:endParaRPr lang="en-US" altLang="zh-CN" dirty="0"/>
          </a:p>
          <a:p>
            <a:r>
              <a:rPr lang="en-US" altLang="zh-CN" dirty="0"/>
              <a:t>*</a:t>
            </a:r>
            <a:r>
              <a:rPr lang="zh-CN" altLang="en-US" dirty="0"/>
              <a:t>表格</a:t>
            </a:r>
            <a:endParaRPr lang="en-US" altLang="zh-CN" dirty="0"/>
          </a:p>
          <a:p>
            <a:r>
              <a:rPr lang="en-US" altLang="zh-CN" dirty="0"/>
              <a:t>*PDF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4BC4B3-45E3-FF7D-72E0-446483FA7F69}"/>
              </a:ext>
            </a:extLst>
          </p:cNvPr>
          <p:cNvSpPr txBox="1"/>
          <p:nvPr/>
        </p:nvSpPr>
        <p:spPr>
          <a:xfrm>
            <a:off x="6436321" y="2021305"/>
            <a:ext cx="168327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设置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自动支付阈值</a:t>
            </a:r>
            <a:endParaRPr lang="en-US" altLang="zh-CN" dirty="0"/>
          </a:p>
          <a:p>
            <a:r>
              <a:rPr lang="en-US" altLang="zh-CN" dirty="0"/>
              <a:t>-Agent</a:t>
            </a:r>
            <a:r>
              <a:rPr lang="zh-CN" altLang="en-US" dirty="0"/>
              <a:t>权限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物品隐私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儿童购物设置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提醒阈值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7443229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0E948-A888-B205-4A5C-55033078B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D2E63E-99F4-354E-73D4-4AE3C863B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User-Interface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659C3DD-231C-5242-7942-00820544E605}"/>
              </a:ext>
            </a:extLst>
          </p:cNvPr>
          <p:cNvSpPr txBox="1"/>
          <p:nvPr/>
        </p:nvSpPr>
        <p:spPr>
          <a:xfrm>
            <a:off x="838200" y="1581293"/>
            <a:ext cx="1096592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部署：微信小程序</a:t>
            </a:r>
            <a:r>
              <a:rPr lang="en-US" altLang="zh-CN" dirty="0"/>
              <a:t>/APP</a:t>
            </a:r>
          </a:p>
          <a:p>
            <a:endParaRPr lang="en-US" altLang="zh-CN" dirty="0"/>
          </a:p>
          <a:p>
            <a:r>
              <a:rPr lang="zh-CN" altLang="en-US" dirty="0"/>
              <a:t>实现：</a:t>
            </a:r>
            <a:endParaRPr lang="en-US" altLang="zh-CN" dirty="0"/>
          </a:p>
          <a:p>
            <a:r>
              <a:rPr lang="en-US" altLang="zh-CN" dirty="0"/>
              <a:t>1. </a:t>
            </a:r>
            <a:r>
              <a:rPr lang="zh-CN" altLang="zh-CN" dirty="0"/>
              <a:t>首页</a:t>
            </a:r>
            <a:r>
              <a:rPr lang="en-US" altLang="zh-CN" dirty="0"/>
              <a:t> / </a:t>
            </a:r>
            <a:r>
              <a:rPr lang="zh-CN" altLang="zh-CN" dirty="0"/>
              <a:t>对话页</a:t>
            </a:r>
          </a:p>
          <a:p>
            <a:r>
              <a:rPr lang="zh-CN" altLang="zh-CN" dirty="0"/>
              <a:t>输入框</a:t>
            </a:r>
            <a:r>
              <a:rPr lang="en-US" altLang="zh-CN" dirty="0"/>
              <a:t> + </a:t>
            </a:r>
            <a:r>
              <a:rPr lang="zh-CN" altLang="zh-CN" dirty="0"/>
              <a:t>语音</a:t>
            </a:r>
            <a:r>
              <a:rPr lang="en-US" altLang="zh-CN" dirty="0"/>
              <a:t> + </a:t>
            </a:r>
            <a:r>
              <a:rPr lang="zh-CN" altLang="zh-CN" dirty="0"/>
              <a:t>拍照</a:t>
            </a:r>
            <a:r>
              <a:rPr lang="en-US" altLang="zh-CN" dirty="0"/>
              <a:t> + </a:t>
            </a:r>
            <a:r>
              <a:rPr lang="zh-CN" altLang="zh-CN" dirty="0"/>
              <a:t>扫描</a:t>
            </a:r>
            <a:r>
              <a:rPr lang="en-US" altLang="zh-CN" dirty="0"/>
              <a:t>+</a:t>
            </a:r>
            <a:r>
              <a:rPr lang="zh-CN" altLang="en-US" dirty="0"/>
              <a:t>投诉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dirty="0"/>
              <a:t>2. </a:t>
            </a:r>
            <a:r>
              <a:rPr lang="zh-CN" altLang="zh-CN" dirty="0"/>
              <a:t>物品页</a:t>
            </a:r>
          </a:p>
          <a:p>
            <a:r>
              <a:rPr lang="zh-CN" altLang="zh-CN" dirty="0"/>
              <a:t>物品表</a:t>
            </a:r>
            <a:r>
              <a:rPr lang="en-US" altLang="zh-CN" dirty="0"/>
              <a:t>/</a:t>
            </a:r>
            <a:r>
              <a:rPr lang="zh-CN" altLang="zh-CN" dirty="0"/>
              <a:t>初始化</a:t>
            </a:r>
            <a:endParaRPr lang="en-US" altLang="zh-CN" dirty="0"/>
          </a:p>
          <a:p>
            <a:endParaRPr lang="zh-CN" altLang="zh-CN" dirty="0"/>
          </a:p>
          <a:p>
            <a:r>
              <a:rPr lang="en-US" altLang="zh-CN" dirty="0"/>
              <a:t>3. </a:t>
            </a:r>
            <a:r>
              <a:rPr lang="zh-CN" altLang="zh-CN" dirty="0"/>
              <a:t>购物与提醒页</a:t>
            </a:r>
          </a:p>
          <a:p>
            <a:r>
              <a:rPr lang="zh-CN" altLang="zh-CN" dirty="0"/>
              <a:t>提醒中心</a:t>
            </a:r>
            <a:r>
              <a:rPr lang="en-US" altLang="zh-CN" dirty="0"/>
              <a:t>/</a:t>
            </a:r>
            <a:r>
              <a:rPr lang="zh-CN" altLang="zh-CN" dirty="0"/>
              <a:t>购物清单</a:t>
            </a:r>
            <a:r>
              <a:rPr lang="en-US" altLang="zh-CN" dirty="0"/>
              <a:t>/</a:t>
            </a:r>
            <a:r>
              <a:rPr lang="zh-CN" altLang="zh-CN" dirty="0"/>
              <a:t>购物对比报告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4. </a:t>
            </a:r>
            <a:r>
              <a:rPr lang="zh-CN" altLang="zh-CN" dirty="0"/>
              <a:t>我的</a:t>
            </a:r>
            <a:r>
              <a:rPr lang="en-US" altLang="zh-CN" dirty="0"/>
              <a:t> / </a:t>
            </a:r>
            <a:r>
              <a:rPr lang="zh-CN" altLang="zh-CN" dirty="0"/>
              <a:t>设置页</a:t>
            </a:r>
          </a:p>
          <a:p>
            <a:r>
              <a:rPr lang="zh-CN" altLang="zh-CN" dirty="0"/>
              <a:t>家庭成员管理</a:t>
            </a:r>
            <a:r>
              <a:rPr lang="en-US" altLang="zh-CN" dirty="0"/>
              <a:t>/</a:t>
            </a:r>
            <a:r>
              <a:rPr lang="zh-CN" altLang="zh-CN" dirty="0"/>
              <a:t>权限与隐私设置</a:t>
            </a:r>
            <a:r>
              <a:rPr lang="en-US" altLang="zh-CN" dirty="0"/>
              <a:t>/</a:t>
            </a:r>
            <a:r>
              <a:rPr lang="zh-CN" altLang="zh-CN" dirty="0"/>
              <a:t>自动支付、提醒阈值、儿童额度等系统设置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719769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990748-261C-F1FB-9F52-3455714A2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输入层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9B04494-7A00-5081-2E4E-2B2F1B8CC5FB}"/>
              </a:ext>
            </a:extLst>
          </p:cNvPr>
          <p:cNvSpPr txBox="1"/>
          <p:nvPr/>
        </p:nvSpPr>
        <p:spPr>
          <a:xfrm>
            <a:off x="838200" y="2805078"/>
            <a:ext cx="236563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多模态输入接收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无效信息过滤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关键信息询问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输入格式统一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输出给【</a:t>
            </a:r>
            <a:r>
              <a:rPr lang="zh-CN" altLang="en-US" dirty="0"/>
              <a:t>主</a:t>
            </a:r>
            <a:r>
              <a:rPr lang="en-US" altLang="zh-CN" dirty="0"/>
              <a:t> Agent</a:t>
            </a:r>
            <a:r>
              <a:rPr lang="zh-CN" altLang="zh-CN" dirty="0"/>
              <a:t>】</a:t>
            </a:r>
            <a:endParaRPr lang="en-US" altLang="zh-CN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5110685-74F2-409B-28F1-2C5E3FD01346}"/>
              </a:ext>
            </a:extLst>
          </p:cNvPr>
          <p:cNvSpPr txBox="1"/>
          <p:nvPr/>
        </p:nvSpPr>
        <p:spPr>
          <a:xfrm>
            <a:off x="4929511" y="2805077"/>
            <a:ext cx="29013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模块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-LLM</a:t>
            </a:r>
          </a:p>
          <a:p>
            <a:r>
              <a:rPr lang="en-US" altLang="zh-CN" dirty="0"/>
              <a:t>-</a:t>
            </a:r>
            <a:r>
              <a:rPr lang="zh-CN" altLang="zh-CN" dirty="0"/>
              <a:t>语音识别</a:t>
            </a:r>
            <a:endParaRPr lang="en-US" altLang="zh-CN" dirty="0"/>
          </a:p>
          <a:p>
            <a:r>
              <a:rPr lang="en-US" altLang="zh-CN" dirty="0"/>
              <a:t>-OCR </a:t>
            </a:r>
          </a:p>
          <a:p>
            <a:r>
              <a:rPr lang="en-US" altLang="zh-CN" dirty="0"/>
              <a:t>-</a:t>
            </a:r>
            <a:r>
              <a:rPr lang="zh-CN" altLang="zh-CN" dirty="0"/>
              <a:t>图像辅助</a:t>
            </a:r>
            <a:r>
              <a:rPr lang="zh-CN" altLang="en-US" dirty="0"/>
              <a:t>识别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扫描解析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47ECFE8-3A2D-2232-BCC5-8559FC4B7E4A}"/>
              </a:ext>
            </a:extLst>
          </p:cNvPr>
          <p:cNvSpPr txBox="1"/>
          <p:nvPr/>
        </p:nvSpPr>
        <p:spPr>
          <a:xfrm>
            <a:off x="8167723" y="2805077"/>
            <a:ext cx="366447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构建家庭</a:t>
            </a:r>
            <a:r>
              <a:rPr lang="zh-CN" altLang="en-US" dirty="0"/>
              <a:t>场景</a:t>
            </a:r>
            <a:r>
              <a:rPr lang="zh-CN" altLang="zh-CN" dirty="0"/>
              <a:t>输入数据集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基于种子样本扩充训练数据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定制统一标准化输出模板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提示词工程约束大模型输出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少样本示例优化提示词效果</a:t>
            </a:r>
          </a:p>
          <a:p>
            <a:r>
              <a:rPr lang="en-US" altLang="zh-CN" dirty="0"/>
              <a:t>-OCR/</a:t>
            </a:r>
            <a:r>
              <a:rPr lang="zh-CN" altLang="en-US" dirty="0"/>
              <a:t>语音</a:t>
            </a:r>
            <a:r>
              <a:rPr lang="en-US" altLang="zh-CN" dirty="0"/>
              <a:t>/</a:t>
            </a:r>
            <a:r>
              <a:rPr lang="zh-CN" altLang="en-US" dirty="0"/>
              <a:t>扫描</a:t>
            </a:r>
            <a:endParaRPr lang="en-US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73194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D09103-87CB-D1B6-A135-5A3D5132F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主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9701C1-7E62-887F-0753-607F3C69EE9B}"/>
              </a:ext>
            </a:extLst>
          </p:cNvPr>
          <p:cNvSpPr txBox="1"/>
          <p:nvPr/>
        </p:nvSpPr>
        <p:spPr>
          <a:xfrm>
            <a:off x="770021" y="1980054"/>
            <a:ext cx="514264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识别输入层的输入，选择正确的</a:t>
            </a:r>
            <a:r>
              <a:rPr lang="en-US" altLang="zh-CN" dirty="0"/>
              <a:t>Agent</a:t>
            </a:r>
            <a:r>
              <a:rPr lang="zh-CN" altLang="zh-CN" dirty="0"/>
              <a:t>执行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调用对话接口，</a:t>
            </a:r>
            <a:r>
              <a:rPr lang="zh-CN" altLang="en-US" dirty="0"/>
              <a:t>与</a:t>
            </a:r>
            <a:r>
              <a:rPr lang="en-US" altLang="zh-CN" dirty="0"/>
              <a:t>Agent</a:t>
            </a:r>
            <a:r>
              <a:rPr lang="zh-CN" altLang="zh-CN" dirty="0"/>
              <a:t>协作完成任务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协调多个【功能</a:t>
            </a:r>
            <a:r>
              <a:rPr lang="en-US" altLang="zh-CN" dirty="0"/>
              <a:t> Agent</a:t>
            </a:r>
            <a:r>
              <a:rPr lang="zh-CN" altLang="zh-CN" dirty="0"/>
              <a:t>】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权限与安全控制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任务状态跟踪管理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反馈学习与策略优化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2631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16058-4055-4EA1-1539-4A6614235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DD1BE-CABC-3AE9-9A85-83E084773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主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19ECA1E-E270-96D2-07E0-4C5EC81BB2CB}"/>
              </a:ext>
            </a:extLst>
          </p:cNvPr>
          <p:cNvSpPr txBox="1"/>
          <p:nvPr/>
        </p:nvSpPr>
        <p:spPr>
          <a:xfrm>
            <a:off x="873998" y="2076931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F7BFB80-974C-28F6-5816-3DCDFBDB597D}"/>
              </a:ext>
            </a:extLst>
          </p:cNvPr>
          <p:cNvSpPr txBox="1"/>
          <p:nvPr/>
        </p:nvSpPr>
        <p:spPr>
          <a:xfrm>
            <a:off x="263138" y="2916225"/>
            <a:ext cx="21333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重要历史对话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用户偏好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家庭成员习惯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过往购物经验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用户投诉记录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用户报备信息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常用品牌偏好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不喜欢的商品类型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8FED419-3E8F-7DA9-9CD9-08B47B7C0329}"/>
              </a:ext>
            </a:extLst>
          </p:cNvPr>
          <p:cNvSpPr txBox="1"/>
          <p:nvPr/>
        </p:nvSpPr>
        <p:spPr>
          <a:xfrm>
            <a:off x="2473517" y="2916225"/>
            <a:ext cx="167308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用户当前指令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用户历史行为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日历信息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天气信息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节日信息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物品状态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库存变化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购物状态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财务状态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提醒状态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7F215C-7556-47ED-E087-032F3A4FC2C8}"/>
              </a:ext>
            </a:extLst>
          </p:cNvPr>
          <p:cNvSpPr txBox="1"/>
          <p:nvPr/>
        </p:nvSpPr>
        <p:spPr>
          <a:xfrm>
            <a:off x="4421609" y="2926704"/>
            <a:ext cx="14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子目标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7E09C58-CC6F-8FA5-830D-61B27B05995F}"/>
              </a:ext>
            </a:extLst>
          </p:cNvPr>
          <p:cNvSpPr txBox="1"/>
          <p:nvPr/>
        </p:nvSpPr>
        <p:spPr>
          <a:xfrm>
            <a:off x="5570763" y="2931453"/>
            <a:ext cx="18966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物品管理</a:t>
            </a:r>
            <a:r>
              <a:rPr lang="en-US" altLang="zh-CN" dirty="0"/>
              <a:t> Agent </a:t>
            </a:r>
            <a:endParaRPr lang="zh-CN" altLang="zh-CN" dirty="0"/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购物</a:t>
            </a:r>
            <a:r>
              <a:rPr lang="en-US" altLang="zh-CN" dirty="0"/>
              <a:t> Agent </a:t>
            </a:r>
            <a:endParaRPr lang="zh-CN" altLang="zh-CN" dirty="0"/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提醒模块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权限模块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对话接口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消息推送接口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2A5740E-30A7-14FF-CD0E-AF2EC4540058}"/>
              </a:ext>
            </a:extLst>
          </p:cNvPr>
          <p:cNvSpPr txBox="1"/>
          <p:nvPr/>
        </p:nvSpPr>
        <p:spPr>
          <a:xfrm>
            <a:off x="2681046" y="2080037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观察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5F927E5-4F02-C9AB-B8D3-231B067AD93E}"/>
              </a:ext>
            </a:extLst>
          </p:cNvPr>
          <p:cNvSpPr txBox="1"/>
          <p:nvPr/>
        </p:nvSpPr>
        <p:spPr>
          <a:xfrm>
            <a:off x="4641615" y="2076931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FBED87E-C701-0F49-1300-DCEA2565E355}"/>
              </a:ext>
            </a:extLst>
          </p:cNvPr>
          <p:cNvSpPr txBox="1"/>
          <p:nvPr/>
        </p:nvSpPr>
        <p:spPr>
          <a:xfrm>
            <a:off x="6003467" y="2085777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执行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066D78A-1BAB-6499-A03E-BCCC6B09A25D}"/>
              </a:ext>
            </a:extLst>
          </p:cNvPr>
          <p:cNvSpPr txBox="1"/>
          <p:nvPr/>
        </p:nvSpPr>
        <p:spPr>
          <a:xfrm>
            <a:off x="7893592" y="2126404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E4BD959E-E919-A23D-6135-2A8AE8087B73}"/>
              </a:ext>
            </a:extLst>
          </p:cNvPr>
          <p:cNvSpPr txBox="1"/>
          <p:nvPr/>
        </p:nvSpPr>
        <p:spPr>
          <a:xfrm>
            <a:off x="7722282" y="3019752"/>
            <a:ext cx="147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用</a:t>
            </a:r>
            <a:r>
              <a:rPr lang="zh-CN" altLang="zh-CN" dirty="0"/>
              <a:t>户投诉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记忆流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9FFA4C-D47A-5527-C40C-2ACF5356F973}"/>
              </a:ext>
            </a:extLst>
          </p:cNvPr>
          <p:cNvSpPr txBox="1"/>
          <p:nvPr/>
        </p:nvSpPr>
        <p:spPr>
          <a:xfrm>
            <a:off x="9083569" y="2986284"/>
            <a:ext cx="147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zh-CN" dirty="0"/>
              <a:t>多个</a:t>
            </a:r>
            <a:r>
              <a:rPr lang="en-US" altLang="zh-CN" dirty="0"/>
              <a:t> Agent </a:t>
            </a:r>
            <a:r>
              <a:rPr lang="zh-CN" altLang="zh-CN" dirty="0"/>
              <a:t>之间的协同关系。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D3F2DD6-D498-F375-F045-82F1A6672B01}"/>
              </a:ext>
            </a:extLst>
          </p:cNvPr>
          <p:cNvSpPr txBox="1"/>
          <p:nvPr/>
        </p:nvSpPr>
        <p:spPr>
          <a:xfrm>
            <a:off x="10554859" y="3021296"/>
            <a:ext cx="147129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用户身份判断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管理员权限判断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儿童账号限制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私密物品访问限制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自动支付阈值判断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大额购买强验证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C826B-F6D1-D572-1BE5-E2BCB82A2133}"/>
              </a:ext>
            </a:extLst>
          </p:cNvPr>
          <p:cNvSpPr txBox="1"/>
          <p:nvPr/>
        </p:nvSpPr>
        <p:spPr>
          <a:xfrm>
            <a:off x="9255444" y="2153820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协调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AA111C9-AC6D-E014-252F-9C8ECA7FC4F6}"/>
              </a:ext>
            </a:extLst>
          </p:cNvPr>
          <p:cNvSpPr txBox="1"/>
          <p:nvPr/>
        </p:nvSpPr>
        <p:spPr>
          <a:xfrm>
            <a:off x="10720710" y="2118790"/>
            <a:ext cx="14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权限与安全</a:t>
            </a:r>
          </a:p>
        </p:txBody>
      </p:sp>
    </p:spTree>
    <p:extLst>
      <p:ext uri="{BB962C8B-B14F-4D97-AF65-F5344CB8AC3E}">
        <p14:creationId xmlns:p14="http://schemas.microsoft.com/office/powerpoint/2010/main" val="324059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43D4F7-F877-E513-B2E8-3F182AB9E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物品管理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89733A7-B632-478E-6ED2-7C9C29D3F186}"/>
              </a:ext>
            </a:extLst>
          </p:cNvPr>
          <p:cNvSpPr txBox="1"/>
          <p:nvPr/>
        </p:nvSpPr>
        <p:spPr>
          <a:xfrm>
            <a:off x="770021" y="1980054"/>
            <a:ext cx="975589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创建、修改家里物品状态标签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消耗品耗尽提醒、物品过期提醒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根据天气、日历、已有物品推荐该买什么物品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物品表校对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01725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69CF9-A82A-A513-70E4-96B3267C4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5972B3-6E4C-08C5-AA33-8B666C892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物品管理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BD5F7E9-2E0C-7B19-262B-A32071B650E8}"/>
              </a:ext>
            </a:extLst>
          </p:cNvPr>
          <p:cNvSpPr txBox="1"/>
          <p:nvPr/>
        </p:nvSpPr>
        <p:spPr>
          <a:xfrm>
            <a:off x="1520830" y="2188905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1F9B6CC-9F8C-0428-23C1-B9CA15210215}"/>
              </a:ext>
            </a:extLst>
          </p:cNvPr>
          <p:cNvSpPr txBox="1"/>
          <p:nvPr/>
        </p:nvSpPr>
        <p:spPr>
          <a:xfrm>
            <a:off x="921275" y="3019353"/>
            <a:ext cx="270582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物品常用位置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物品位置变化规律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物品购买频率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物品消耗速度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家庭成员使用习惯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用户对物品推荐的反馈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用户常买品牌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用户不喜欢的物品类型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某类物品常见补货周期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0DA552F-8B9D-BE41-A604-2BF6B7585B6C}"/>
              </a:ext>
            </a:extLst>
          </p:cNvPr>
          <p:cNvSpPr txBox="1"/>
          <p:nvPr/>
        </p:nvSpPr>
        <p:spPr>
          <a:xfrm>
            <a:off x="3785456" y="3019352"/>
            <a:ext cx="19816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任务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用户当前输入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物品数据库状态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物品剩余量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物品过期时间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物品位置变化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历史购买记录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天气信息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日历信息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节日信息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用户反馈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购买结果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48C7CA8-78FE-1D10-2A5A-EDF67151CB75}"/>
              </a:ext>
            </a:extLst>
          </p:cNvPr>
          <p:cNvSpPr txBox="1"/>
          <p:nvPr/>
        </p:nvSpPr>
        <p:spPr>
          <a:xfrm>
            <a:off x="5925412" y="3019352"/>
            <a:ext cx="14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子目标</a:t>
            </a:r>
            <a:endParaRPr lang="en-US" altLang="zh-CN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378C8D1-ADE7-DAF5-04BE-9E903CFAD992}"/>
              </a:ext>
            </a:extLst>
          </p:cNvPr>
          <p:cNvSpPr txBox="1"/>
          <p:nvPr/>
        </p:nvSpPr>
        <p:spPr>
          <a:xfrm>
            <a:off x="7451475" y="3019352"/>
            <a:ext cx="2215039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创建物品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修改物品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删除或归档物品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更新物品位置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更新物品数量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更新物品状态标签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设置过期提醒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设置耗尽提醒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生成物品推荐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生成校对问题清单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执行结果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B0B1BF4-2258-8DA6-19E4-13CBCD748D39}"/>
              </a:ext>
            </a:extLst>
          </p:cNvPr>
          <p:cNvSpPr txBox="1"/>
          <p:nvPr/>
        </p:nvSpPr>
        <p:spPr>
          <a:xfrm>
            <a:off x="4037866" y="2170354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观察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AF18641-4D93-47A0-6D52-6E5F9B792E3E}"/>
              </a:ext>
            </a:extLst>
          </p:cNvPr>
          <p:cNvSpPr txBox="1"/>
          <p:nvPr/>
        </p:nvSpPr>
        <p:spPr>
          <a:xfrm>
            <a:off x="6096000" y="2170354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规划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909B4D0-FA5E-51A6-6016-6690F0547360}"/>
              </a:ext>
            </a:extLst>
          </p:cNvPr>
          <p:cNvSpPr txBox="1"/>
          <p:nvPr/>
        </p:nvSpPr>
        <p:spPr>
          <a:xfrm>
            <a:off x="7951440" y="2188905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执行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DC3EF2-306C-26BB-DB97-69F60B6A175D}"/>
              </a:ext>
            </a:extLst>
          </p:cNvPr>
          <p:cNvSpPr txBox="1"/>
          <p:nvPr/>
        </p:nvSpPr>
        <p:spPr>
          <a:xfrm>
            <a:off x="10274394" y="2188905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反思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33277806-D9BE-CFB5-D083-840A2CD439B1}"/>
              </a:ext>
            </a:extLst>
          </p:cNvPr>
          <p:cNvSpPr txBox="1"/>
          <p:nvPr/>
        </p:nvSpPr>
        <p:spPr>
          <a:xfrm>
            <a:off x="10054388" y="3070385"/>
            <a:ext cx="14712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用</a:t>
            </a:r>
            <a:r>
              <a:rPr lang="zh-CN" altLang="zh-CN" dirty="0"/>
              <a:t>户投诉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en-US" dirty="0"/>
              <a:t>记忆流</a:t>
            </a:r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869022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30D085-A786-38AF-2BEE-AC9911CE5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购物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E27EDD9-DABF-A454-56D3-B5FFF551C8CC}"/>
              </a:ext>
            </a:extLst>
          </p:cNvPr>
          <p:cNvSpPr txBox="1"/>
          <p:nvPr/>
        </p:nvSpPr>
        <p:spPr>
          <a:xfrm>
            <a:off x="770021" y="1980054"/>
            <a:ext cx="97558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功能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自动购买小额物品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大额物品确认</a:t>
            </a:r>
            <a:endParaRPr lang="en-US" altLang="zh-CN" dirty="0"/>
          </a:p>
          <a:p>
            <a:r>
              <a:rPr lang="en-US" altLang="zh-CN" dirty="0"/>
              <a:t>-</a:t>
            </a:r>
            <a:r>
              <a:rPr lang="zh-CN" altLang="zh-CN" dirty="0"/>
              <a:t>购物报告生成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27218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3BEF4E-22C0-8207-B1ED-7A739C8640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3C1A37-785C-48EC-10EF-475CB5A232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购物</a:t>
            </a:r>
            <a:r>
              <a:rPr lang="en-US" altLang="zh-CN" dirty="0"/>
              <a:t>Agent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7E715E4-A256-5D08-A319-3D1DD42F14A2}"/>
              </a:ext>
            </a:extLst>
          </p:cNvPr>
          <p:cNvSpPr txBox="1"/>
          <p:nvPr/>
        </p:nvSpPr>
        <p:spPr>
          <a:xfrm>
            <a:off x="1520830" y="2188905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记忆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70C49D8-35B1-D11F-139A-B6923060AB37}"/>
              </a:ext>
            </a:extLst>
          </p:cNvPr>
          <p:cNvSpPr txBox="1"/>
          <p:nvPr/>
        </p:nvSpPr>
        <p:spPr>
          <a:xfrm>
            <a:off x="921275" y="3019353"/>
            <a:ext cx="2705829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用户常买品牌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用户不喜欢的品牌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用户喜欢的价格区间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用户审美偏好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用户材质偏好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用户投诉过的商品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用户历史购买记录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家庭常用商品清单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周期性消耗品购买频率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用户对商品推荐的反馈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用户预算习惯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自动购买阈值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大额购买确认规则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3EA969-AD6F-D9B3-9327-3EA7FB571795}"/>
              </a:ext>
            </a:extLst>
          </p:cNvPr>
          <p:cNvSpPr txBox="1"/>
          <p:nvPr/>
        </p:nvSpPr>
        <p:spPr>
          <a:xfrm>
            <a:off x="3681877" y="3054872"/>
            <a:ext cx="385287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购物任务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补货需求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当前库存状态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用户预算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自动支付阈值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用户历史购买记录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用户偏好与投诉记录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商品价格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商品评价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店铺信誉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平台优惠 </a:t>
            </a:r>
          </a:p>
          <a:p>
            <a:pPr lvl="0"/>
            <a:r>
              <a:rPr lang="en-US" altLang="zh-CN" dirty="0"/>
              <a:t>-</a:t>
            </a:r>
            <a:r>
              <a:rPr lang="zh-CN" altLang="en-US" dirty="0"/>
              <a:t>天气</a:t>
            </a:r>
            <a:r>
              <a:rPr lang="zh-CN" altLang="zh-CN" dirty="0"/>
              <a:t>节日信息 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C50FA4D-BE98-F493-5F1A-FCDB708A09B9}"/>
              </a:ext>
            </a:extLst>
          </p:cNvPr>
          <p:cNvSpPr txBox="1"/>
          <p:nvPr/>
        </p:nvSpPr>
        <p:spPr>
          <a:xfrm>
            <a:off x="5608316" y="3019352"/>
            <a:ext cx="14712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-</a:t>
            </a:r>
            <a:r>
              <a:rPr lang="zh-CN" altLang="en-US" dirty="0"/>
              <a:t>子目标</a:t>
            </a:r>
            <a:endParaRPr lang="en-US" altLang="zh-CN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5D9CC02-7613-890B-3658-E799B4F060D2}"/>
              </a:ext>
            </a:extLst>
          </p:cNvPr>
          <p:cNvSpPr txBox="1"/>
          <p:nvPr/>
        </p:nvSpPr>
        <p:spPr>
          <a:xfrm>
            <a:off x="7138529" y="3047866"/>
            <a:ext cx="22150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查询候选商品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比较价格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过滤不合适商品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生成购物清单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生成购物报告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发起一键购买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发起自动下单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请求用户确认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请求权限验证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更新订单状态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035FB48-25D2-218A-C45F-B95EC7A6BB18}"/>
              </a:ext>
            </a:extLst>
          </p:cNvPr>
          <p:cNvSpPr txBox="1"/>
          <p:nvPr/>
        </p:nvSpPr>
        <p:spPr>
          <a:xfrm>
            <a:off x="4037866" y="2170354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观察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282928A-FCB2-F045-CAD9-C729B0BE2F73}"/>
              </a:ext>
            </a:extLst>
          </p:cNvPr>
          <p:cNvSpPr txBox="1"/>
          <p:nvPr/>
        </p:nvSpPr>
        <p:spPr>
          <a:xfrm>
            <a:off x="5838180" y="2170354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规划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CCCE6FA-C3F0-61AC-D3E0-EEDAE7D44E35}"/>
              </a:ext>
            </a:extLst>
          </p:cNvPr>
          <p:cNvSpPr txBox="1"/>
          <p:nvPr/>
        </p:nvSpPr>
        <p:spPr>
          <a:xfrm>
            <a:off x="7638494" y="2217419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执行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4B05E3A-DEF2-F2B6-32CE-97924A3C2DF2}"/>
              </a:ext>
            </a:extLst>
          </p:cNvPr>
          <p:cNvSpPr txBox="1"/>
          <p:nvPr/>
        </p:nvSpPr>
        <p:spPr>
          <a:xfrm>
            <a:off x="9961448" y="2217419"/>
            <a:ext cx="1031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反思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D652BD7-4B89-926F-9E12-4C672D386800}"/>
              </a:ext>
            </a:extLst>
          </p:cNvPr>
          <p:cNvSpPr txBox="1"/>
          <p:nvPr/>
        </p:nvSpPr>
        <p:spPr>
          <a:xfrm>
            <a:off x="9412491" y="3019352"/>
            <a:ext cx="30571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dirty="0"/>
              <a:t>-</a:t>
            </a:r>
            <a:r>
              <a:rPr lang="zh-CN" altLang="zh-CN" dirty="0"/>
              <a:t>用户投诉商品不好看；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用户投诉商品不好用；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用户投诉价格太贵；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用户拒绝推荐商品；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用户取消自动购买；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商品买多了； </a:t>
            </a:r>
          </a:p>
          <a:p>
            <a:pPr lvl="0"/>
            <a:r>
              <a:rPr lang="en-US" altLang="zh-CN" dirty="0"/>
              <a:t>-</a:t>
            </a:r>
            <a:r>
              <a:rPr lang="zh-CN" altLang="zh-CN" dirty="0"/>
              <a:t>商品买错了； </a:t>
            </a:r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929786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D87F7-BB5A-336D-F176-8FDCBD631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数据库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1BA99D7-A478-E4DD-8AAB-793B988F33C4}"/>
              </a:ext>
            </a:extLst>
          </p:cNvPr>
          <p:cNvSpPr txBox="1"/>
          <p:nvPr/>
        </p:nvSpPr>
        <p:spPr>
          <a:xfrm>
            <a:off x="886899" y="2193185"/>
            <a:ext cx="79339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A. </a:t>
            </a:r>
            <a:r>
              <a:rPr lang="zh-CN" altLang="zh-CN" dirty="0"/>
              <a:t>家庭空间信息表</a:t>
            </a:r>
          </a:p>
          <a:p>
            <a:r>
              <a:rPr lang="en-US" altLang="zh-CN" dirty="0"/>
              <a:t>B. </a:t>
            </a:r>
            <a:r>
              <a:rPr lang="zh-CN" altLang="zh-CN" dirty="0"/>
              <a:t>物品信息表</a:t>
            </a:r>
          </a:p>
          <a:p>
            <a:r>
              <a:rPr lang="en-US" altLang="zh-CN" dirty="0"/>
              <a:t>C. </a:t>
            </a:r>
            <a:r>
              <a:rPr lang="zh-CN" altLang="zh-CN" dirty="0"/>
              <a:t>家庭成员与权限信息表</a:t>
            </a:r>
          </a:p>
          <a:p>
            <a:r>
              <a:rPr lang="en-US" altLang="zh-CN" dirty="0"/>
              <a:t>D. </a:t>
            </a:r>
            <a:r>
              <a:rPr lang="zh-CN" altLang="zh-CN" dirty="0"/>
              <a:t>设置信息表</a:t>
            </a:r>
          </a:p>
          <a:p>
            <a:r>
              <a:rPr lang="en-US" altLang="zh-CN" dirty="0"/>
              <a:t>E. </a:t>
            </a:r>
            <a:r>
              <a:rPr lang="zh-CN" altLang="zh-CN" dirty="0"/>
              <a:t>购物信息表</a:t>
            </a:r>
          </a:p>
          <a:p>
            <a:r>
              <a:rPr lang="en-US" altLang="zh-CN" dirty="0"/>
              <a:t>F. </a:t>
            </a:r>
            <a:r>
              <a:rPr lang="zh-CN" altLang="zh-CN" dirty="0"/>
              <a:t>财务与账单信息表</a:t>
            </a:r>
          </a:p>
          <a:p>
            <a:r>
              <a:rPr lang="en-US" altLang="zh-CN" dirty="0"/>
              <a:t>G. </a:t>
            </a:r>
            <a:r>
              <a:rPr lang="zh-CN" altLang="zh-CN" dirty="0"/>
              <a:t>提醒与任务状态表</a:t>
            </a:r>
          </a:p>
          <a:p>
            <a:r>
              <a:rPr lang="en-US" altLang="zh-CN" dirty="0"/>
              <a:t>H. Agent </a:t>
            </a:r>
            <a:r>
              <a:rPr lang="zh-CN" altLang="zh-CN" dirty="0"/>
              <a:t>记忆与反馈信息表</a:t>
            </a:r>
          </a:p>
        </p:txBody>
      </p:sp>
    </p:spTree>
    <p:extLst>
      <p:ext uri="{BB962C8B-B14F-4D97-AF65-F5344CB8AC3E}">
        <p14:creationId xmlns:p14="http://schemas.microsoft.com/office/powerpoint/2010/main" val="25294849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5793D2-3954-BD71-C631-9DB28120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MVP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5C422CB-7D7E-78D3-D486-961E2F6C48FA}"/>
              </a:ext>
            </a:extLst>
          </p:cNvPr>
          <p:cNvSpPr txBox="1"/>
          <p:nvPr/>
        </p:nvSpPr>
        <p:spPr>
          <a:xfrm>
            <a:off x="515639" y="1690688"/>
            <a:ext cx="362265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zh-CN" altLang="zh-CN" dirty="0"/>
              <a:t>微信小程序</a:t>
            </a:r>
            <a:r>
              <a:rPr lang="en-US" altLang="zh-CN" dirty="0"/>
              <a:t>/APP </a:t>
            </a:r>
          </a:p>
          <a:p>
            <a:r>
              <a:rPr lang="zh-CN" altLang="zh-CN" dirty="0"/>
              <a:t>首页</a:t>
            </a:r>
            <a:r>
              <a:rPr lang="en-US" altLang="zh-CN" dirty="0"/>
              <a:t> / </a:t>
            </a:r>
            <a:r>
              <a:rPr lang="zh-CN" altLang="zh-CN" dirty="0"/>
              <a:t>对话页</a:t>
            </a:r>
            <a:br>
              <a:rPr lang="en-US" altLang="zh-CN" dirty="0"/>
            </a:br>
            <a:r>
              <a:rPr lang="zh-CN" altLang="zh-CN" dirty="0"/>
              <a:t>物品页</a:t>
            </a:r>
            <a:br>
              <a:rPr lang="en-US" altLang="zh-CN" dirty="0"/>
            </a:br>
            <a:r>
              <a:rPr lang="zh-CN" altLang="zh-CN" dirty="0"/>
              <a:t>购物与提醒页</a:t>
            </a:r>
            <a:br>
              <a:rPr lang="en-US" altLang="zh-CN" dirty="0"/>
            </a:br>
            <a:r>
              <a:rPr lang="zh-CN" altLang="zh-CN" dirty="0"/>
              <a:t>我的</a:t>
            </a:r>
            <a:r>
              <a:rPr lang="en-US" altLang="zh-CN" dirty="0"/>
              <a:t> / </a:t>
            </a:r>
            <a:r>
              <a:rPr lang="zh-CN" altLang="zh-CN" dirty="0"/>
              <a:t>设置页</a:t>
            </a:r>
            <a:br>
              <a:rPr lang="en-US" altLang="zh-CN" dirty="0"/>
            </a:br>
            <a:endParaRPr lang="en-US" altLang="zh-CN" dirty="0"/>
          </a:p>
          <a:p>
            <a:r>
              <a:rPr lang="en-US" altLang="zh-CN" dirty="0"/>
              <a:t>3. </a:t>
            </a:r>
            <a:r>
              <a:rPr lang="zh-CN" altLang="zh-CN" dirty="0"/>
              <a:t>物品管理</a:t>
            </a:r>
            <a:br>
              <a:rPr lang="en-US" altLang="zh-CN" dirty="0"/>
            </a:br>
            <a:r>
              <a:rPr lang="zh-CN" altLang="zh-CN" dirty="0"/>
              <a:t>新增物品</a:t>
            </a:r>
            <a:br>
              <a:rPr lang="en-US" altLang="zh-CN" dirty="0"/>
            </a:br>
            <a:r>
              <a:rPr lang="zh-CN" altLang="zh-CN" dirty="0"/>
              <a:t>修改数量</a:t>
            </a:r>
            <a:br>
              <a:rPr lang="en-US" altLang="zh-CN" dirty="0"/>
            </a:br>
            <a:r>
              <a:rPr lang="zh-CN" altLang="zh-CN" dirty="0"/>
              <a:t>修改保质期</a:t>
            </a:r>
            <a:br>
              <a:rPr lang="en-US" altLang="zh-CN" dirty="0"/>
            </a:br>
            <a:r>
              <a:rPr lang="zh-CN" altLang="zh-CN" dirty="0"/>
              <a:t>查看物品总表</a:t>
            </a:r>
            <a:br>
              <a:rPr lang="en-US" altLang="zh-CN" dirty="0"/>
            </a:br>
            <a:endParaRPr lang="en-US" altLang="zh-CN" dirty="0"/>
          </a:p>
          <a:p>
            <a:br>
              <a:rPr lang="en-US" altLang="zh-CN" dirty="0"/>
            </a:br>
            <a:br>
              <a:rPr lang="en-US" altLang="zh-CN" dirty="0"/>
            </a:b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C29A4EB-4C89-C7DC-01E6-CC280869475E}"/>
              </a:ext>
            </a:extLst>
          </p:cNvPr>
          <p:cNvSpPr txBox="1"/>
          <p:nvPr/>
        </p:nvSpPr>
        <p:spPr>
          <a:xfrm>
            <a:off x="4554240" y="1728920"/>
            <a:ext cx="24206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2. </a:t>
            </a:r>
            <a:r>
              <a:rPr lang="zh-CN" altLang="zh-CN" dirty="0"/>
              <a:t>文字输入</a:t>
            </a:r>
            <a:br>
              <a:rPr lang="en-US" altLang="zh-CN" dirty="0"/>
            </a:br>
            <a:r>
              <a:rPr lang="en-US" altLang="zh-CN" dirty="0"/>
              <a:t>“</a:t>
            </a:r>
            <a:r>
              <a:rPr lang="zh-CN" altLang="en-US" dirty="0"/>
              <a:t>我想买蛋白粉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en-US" altLang="zh-CN" dirty="0"/>
              <a:t>“</a:t>
            </a:r>
            <a:r>
              <a:rPr lang="zh-CN" altLang="zh-CN" dirty="0"/>
              <a:t>我刚买了一箱牛奶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en-US" altLang="zh-CN" dirty="0"/>
              <a:t>“</a:t>
            </a:r>
            <a:r>
              <a:rPr lang="zh-CN" altLang="zh-CN" dirty="0"/>
              <a:t>纸巾快用完了</a:t>
            </a:r>
            <a:r>
              <a:rPr lang="en-US" altLang="zh-CN" dirty="0"/>
              <a:t>”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A61522-FB03-4707-6A75-2CF723388A95}"/>
              </a:ext>
            </a:extLst>
          </p:cNvPr>
          <p:cNvSpPr txBox="1"/>
          <p:nvPr/>
        </p:nvSpPr>
        <p:spPr>
          <a:xfrm>
            <a:off x="8341895" y="1670291"/>
            <a:ext cx="292883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3. </a:t>
            </a:r>
            <a:r>
              <a:rPr lang="zh-CN" altLang="zh-CN" dirty="0"/>
              <a:t>物品管理</a:t>
            </a:r>
            <a:br>
              <a:rPr lang="en-US" altLang="zh-CN" dirty="0"/>
            </a:br>
            <a:r>
              <a:rPr lang="zh-CN" altLang="zh-CN" dirty="0"/>
              <a:t>新增物品</a:t>
            </a:r>
            <a:br>
              <a:rPr lang="en-US" altLang="zh-CN" dirty="0"/>
            </a:br>
            <a:r>
              <a:rPr lang="zh-CN" altLang="zh-CN" dirty="0"/>
              <a:t>修改数量</a:t>
            </a:r>
            <a:br>
              <a:rPr lang="en-US" altLang="zh-CN" dirty="0"/>
            </a:br>
            <a:r>
              <a:rPr lang="zh-CN" altLang="zh-CN" dirty="0"/>
              <a:t>修改保质期</a:t>
            </a:r>
            <a:br>
              <a:rPr lang="en-US" altLang="zh-CN" dirty="0"/>
            </a:br>
            <a:r>
              <a:rPr lang="zh-CN" altLang="zh-CN" dirty="0"/>
              <a:t>查看物品总表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C1E3DBC-7C5A-C7D2-B29E-EABAE10E604F}"/>
              </a:ext>
            </a:extLst>
          </p:cNvPr>
          <p:cNvSpPr txBox="1"/>
          <p:nvPr/>
        </p:nvSpPr>
        <p:spPr>
          <a:xfrm>
            <a:off x="4594918" y="3365824"/>
            <a:ext cx="32525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4. </a:t>
            </a:r>
            <a:r>
              <a:rPr lang="zh-CN" altLang="zh-CN" dirty="0"/>
              <a:t>基础提醒</a:t>
            </a:r>
            <a:br>
              <a:rPr lang="en-US" altLang="zh-CN" dirty="0"/>
            </a:br>
            <a:r>
              <a:rPr lang="zh-CN" altLang="zh-CN" dirty="0"/>
              <a:t>快耗尽提醒</a:t>
            </a:r>
            <a:br>
              <a:rPr lang="en-US" altLang="zh-CN" dirty="0"/>
            </a:br>
            <a:r>
              <a:rPr lang="zh-CN" altLang="zh-CN" dirty="0"/>
              <a:t>临期提醒</a:t>
            </a:r>
            <a:br>
              <a:rPr lang="en-US" altLang="zh-CN" dirty="0"/>
            </a:br>
            <a:r>
              <a:rPr lang="zh-CN" altLang="zh-CN" dirty="0"/>
              <a:t>过期提醒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1DF8755-AE45-7835-FAFC-625AD23D4FC9}"/>
              </a:ext>
            </a:extLst>
          </p:cNvPr>
          <p:cNvSpPr txBox="1"/>
          <p:nvPr/>
        </p:nvSpPr>
        <p:spPr>
          <a:xfrm>
            <a:off x="8407782" y="3429000"/>
            <a:ext cx="22481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5. </a:t>
            </a:r>
            <a:r>
              <a:rPr lang="zh-CN" altLang="zh-CN" dirty="0"/>
              <a:t>简单购物清单</a:t>
            </a:r>
            <a:br>
              <a:rPr lang="en-US" altLang="zh-CN" dirty="0"/>
            </a:br>
            <a:r>
              <a:rPr lang="zh-CN" altLang="zh-CN" dirty="0"/>
              <a:t>纸巾快用完</a:t>
            </a:r>
            <a:r>
              <a:rPr lang="en-US" altLang="zh-CN" dirty="0"/>
              <a:t> → </a:t>
            </a:r>
            <a:r>
              <a:rPr lang="zh-CN" altLang="zh-CN" dirty="0"/>
              <a:t>加入购物清单</a:t>
            </a:r>
            <a:br>
              <a:rPr lang="en-US" altLang="zh-CN" dirty="0"/>
            </a:br>
            <a:r>
              <a:rPr lang="zh-CN" altLang="zh-CN" dirty="0"/>
              <a:t>洗衣液快没了</a:t>
            </a:r>
            <a:r>
              <a:rPr lang="en-US" altLang="zh-CN" dirty="0"/>
              <a:t> → </a:t>
            </a:r>
            <a:r>
              <a:rPr lang="zh-CN" altLang="zh-CN" dirty="0"/>
              <a:t>加入购物清单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37697B-FC48-2331-BFF0-D84E94CF275E}"/>
              </a:ext>
            </a:extLst>
          </p:cNvPr>
          <p:cNvSpPr txBox="1"/>
          <p:nvPr/>
        </p:nvSpPr>
        <p:spPr>
          <a:xfrm>
            <a:off x="8459632" y="5183326"/>
            <a:ext cx="202130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6. </a:t>
            </a:r>
            <a:r>
              <a:rPr lang="zh-CN" altLang="zh-CN" dirty="0"/>
              <a:t>简单购物报告</a:t>
            </a:r>
            <a:br>
              <a:rPr lang="en-US" altLang="zh-CN" dirty="0"/>
            </a:br>
            <a:r>
              <a:rPr lang="zh-CN" altLang="zh-CN" dirty="0"/>
              <a:t>展示商品名称、价格、推荐理由、风险提示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E3DFF4-F07F-0CA2-A9D2-5CEFC7987496}"/>
              </a:ext>
            </a:extLst>
          </p:cNvPr>
          <p:cNvSpPr txBox="1"/>
          <p:nvPr/>
        </p:nvSpPr>
        <p:spPr>
          <a:xfrm>
            <a:off x="4620844" y="4906327"/>
            <a:ext cx="32525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US" altLang="zh-CN" dirty="0"/>
            </a:br>
            <a:r>
              <a:rPr lang="en-US" altLang="zh-CN" dirty="0"/>
              <a:t>8. </a:t>
            </a:r>
            <a:r>
              <a:rPr lang="zh-CN" altLang="zh-CN" dirty="0"/>
              <a:t>投诉反馈</a:t>
            </a:r>
            <a:br>
              <a:rPr lang="en-US" altLang="zh-CN" dirty="0"/>
            </a:br>
            <a:r>
              <a:rPr lang="en-US" altLang="zh-CN" dirty="0"/>
              <a:t>“</a:t>
            </a:r>
            <a:r>
              <a:rPr lang="zh-CN" altLang="zh-CN" dirty="0"/>
              <a:t>上次买的东西太丑了</a:t>
            </a:r>
            <a:r>
              <a:rPr lang="en-US" altLang="zh-CN" dirty="0"/>
              <a:t>”</a:t>
            </a:r>
            <a:br>
              <a:rPr lang="en-US" altLang="zh-CN" dirty="0"/>
            </a:br>
            <a:r>
              <a:rPr lang="zh-CN" altLang="zh-CN" dirty="0"/>
              <a:t>系统记录反馈</a:t>
            </a:r>
          </a:p>
          <a:p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6C70F05-AA7F-3D79-230E-C85554E19B40}"/>
              </a:ext>
            </a:extLst>
          </p:cNvPr>
          <p:cNvSpPr txBox="1"/>
          <p:nvPr/>
        </p:nvSpPr>
        <p:spPr>
          <a:xfrm>
            <a:off x="543498" y="5199341"/>
            <a:ext cx="259194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7. </a:t>
            </a:r>
            <a:r>
              <a:rPr lang="zh-CN" altLang="zh-CN" dirty="0"/>
              <a:t>设置</a:t>
            </a:r>
            <a:br>
              <a:rPr lang="en-US" altLang="zh-CN" dirty="0"/>
            </a:br>
            <a:r>
              <a:rPr lang="zh-CN" altLang="zh-CN" dirty="0"/>
              <a:t>自动支付阈值</a:t>
            </a:r>
            <a:br>
              <a:rPr lang="en-US" altLang="zh-CN" dirty="0"/>
            </a:br>
            <a:r>
              <a:rPr lang="zh-CN" altLang="zh-CN" dirty="0"/>
              <a:t>提醒阈值</a:t>
            </a:r>
            <a:br>
              <a:rPr lang="en-US" altLang="zh-CN" dirty="0"/>
            </a:br>
            <a:r>
              <a:rPr lang="zh-CN" altLang="zh-CN" dirty="0"/>
              <a:t>物品隐藏</a:t>
            </a:r>
            <a:br>
              <a:rPr lang="en-US" altLang="zh-CN" dirty="0"/>
            </a:br>
            <a:r>
              <a:rPr lang="zh-CN" altLang="zh-CN" dirty="0"/>
              <a:t>儿童购物额度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30586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553</TotalTime>
  <Words>1137</Words>
  <Application>Microsoft Office PowerPoint</Application>
  <PresentationFormat>宽屏</PresentationFormat>
  <Paragraphs>281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7" baseType="lpstr">
      <vt:lpstr>等线</vt:lpstr>
      <vt:lpstr>等线 Light</vt:lpstr>
      <vt:lpstr>Arial</vt:lpstr>
      <vt:lpstr>Office 主题​​</vt:lpstr>
      <vt:lpstr>功能</vt:lpstr>
      <vt:lpstr>High-Level Architecture</vt:lpstr>
      <vt:lpstr>User-Interface</vt:lpstr>
      <vt:lpstr>User-Interface</vt:lpstr>
      <vt:lpstr>输入层</vt:lpstr>
      <vt:lpstr>主Agent</vt:lpstr>
      <vt:lpstr>主Agent</vt:lpstr>
      <vt:lpstr>物品管理Agent</vt:lpstr>
      <vt:lpstr>物品管理Agent</vt:lpstr>
      <vt:lpstr>购物Agent</vt:lpstr>
      <vt:lpstr>购物Agent</vt:lpstr>
      <vt:lpstr>数据库</vt:lpstr>
      <vt:lpstr>MVP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xushuai zhang</dc:creator>
  <cp:lastModifiedBy>xushuai zhang</cp:lastModifiedBy>
  <cp:revision>1</cp:revision>
  <dcterms:created xsi:type="dcterms:W3CDTF">2026-05-23T17:22:45Z</dcterms:created>
  <dcterms:modified xsi:type="dcterms:W3CDTF">2026-05-24T13:06:41Z</dcterms:modified>
</cp:coreProperties>
</file>